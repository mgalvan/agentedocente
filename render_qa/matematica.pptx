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Notazioni matematiche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725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803" y="1270000"/>
            <a:ext cx="8512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frazione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393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7484" y="1270000"/>
            <a:ext cx="6352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458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9" name="Picture 8" descr="a su 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38" y="1308576"/>
            <a:ext cx="190500" cy="242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403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58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139" y="1270000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543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990" y="127000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459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8146" y="1270000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rimane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74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298" y="1270000"/>
            <a:ext cx="13084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modificabile.</a:t>
            </a:r>
          </a:p>
        </p:txBody>
      </p:sp>
      <p:pic>
        <p:nvPicPr>
          <p:cNvPr id="19" name="Picture 18" descr="Siste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48789"/>
            <a:ext cx="1228725" cy="552450"/>
          </a:xfrm>
          <a:prstGeom prst="rect">
            <a:avLst/>
          </a:prstGeom>
        </p:spPr>
      </p:pic>
      <p:pic>
        <p:nvPicPr>
          <p:cNvPr id="20" name="Picture 19" descr="Mat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2491740"/>
            <a:ext cx="1200150" cy="871537"/>
          </a:xfrm>
          <a:prstGeom prst="rect">
            <a:avLst/>
          </a:prstGeom>
        </p:spPr>
      </p:pic>
      <p:pic>
        <p:nvPicPr>
          <p:cNvPr id="21" name="Picture 20" descr="Determinan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553777"/>
            <a:ext cx="1643062" cy="552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000" y="429387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01" y="429387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52" y="4293870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Integrale: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1685" y="429387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26" name="Picture 25" descr="Integra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236" y="4296727"/>
            <a:ext cx="809625" cy="3143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8000" y="4782026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01" y="478202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52" y="4782026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Limite: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879" y="478202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31" name="Picture 30" descr="\lim_{x\to0}\frac{\sin x}{x}=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430" y="4801552"/>
            <a:ext cx="1547812" cy="28098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08000" y="5241290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342890"/>
            <a:ext cx="4827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Tipo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0" y="5241290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7600" y="5342890"/>
            <a:ext cx="8763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Notazioni matematiche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8000" y="1270000"/>
            <a:ext cx="5588000" cy="5857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270000"/>
            <a:ext cx="5588000" cy="5857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m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1403350"/>
            <a:ext cx="1643062" cy="3190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8000" y="1906587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008187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Radicale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1906587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dic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046763"/>
            <a:ext cx="823912" cy="2428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Grafico cartesiano</a:t>
            </a:r>
          </a:p>
        </p:txBody>
      </p:sp>
      <p:pic>
        <p:nvPicPr>
          <p:cNvPr id="3" name="Picture 2" descr="Se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