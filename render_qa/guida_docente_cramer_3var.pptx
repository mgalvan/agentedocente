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Introduzione alla Lezione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7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254" y="1270000"/>
            <a:ext cx="13591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complessiva: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83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188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608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638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74" y="1717039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973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3281" y="171703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generale: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63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9865" y="1717039"/>
            <a:ext cx="12325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Apprendere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430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7851" y="17170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934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2900" y="1717039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metodo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5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832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8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233" y="1717039"/>
            <a:ext cx="8000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215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5708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03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9586" y="171703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323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6787" y="1717039"/>
            <a:ext cx="7492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796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1513" y="171703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lineari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118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4740" y="171703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74" y="2164079"/>
            <a:ext cx="9653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Materiali: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487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38427" y="2164079"/>
            <a:ext cx="9785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Lavagna,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888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42438" y="216407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proiettore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804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1595" y="2164079"/>
            <a:ext cx="4445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7804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41597" y="216407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slide),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127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4824" y="2164079"/>
            <a:ext cx="6736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penne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033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13882" y="21640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4098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04535" y="216407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quaderni.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674" y="261111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Misure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3347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97025" y="261111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2735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0903" y="261111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188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45435" y="2611119"/>
            <a:ext cx="11305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(DBES01):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791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01465" y="261111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Riduzione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782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81371" y="2611119"/>
            <a:ext cx="11815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spiegazioni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2482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88379" y="2611119"/>
            <a:ext cx="13214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continuative,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7174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90" y="2611119"/>
            <a:ext cx="10293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consegne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2650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90051" y="2611119"/>
            <a:ext cx="5334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brevi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542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48978" y="2611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6079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39630" y="2611119"/>
            <a:ext cx="9271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semplici,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2865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8000" y="2931159"/>
            <a:ext cx="147393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presentazione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4383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07387" y="2931159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9514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8693" y="2931159"/>
            <a:ext cx="11941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multicanale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4724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78274" y="293115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(verbale,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67528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31079" y="2931159"/>
            <a:ext cx="8638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formule,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678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20333" y="29311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schemi,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07860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71411" y="293115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grafici),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076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84313" y="293115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anticipazione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842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1973" y="2931159"/>
            <a:ext cx="8766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obiettivi,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20478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84029" y="2931159"/>
            <a:ext cx="158823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segmentazione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43416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8000" y="325119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compiti,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9552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59077" y="325119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1211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75662" y="3251199"/>
            <a:ext cx="8514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guidate,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8902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52571" y="3251199"/>
            <a:ext cx="14862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valorizzazione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00752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64303" y="325119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risposta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64632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28182" y="3251199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orale,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9991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462" y="3251199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feedback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9112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54671" y="3251199"/>
            <a:ext cx="11559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immediato,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7252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36076" y="325119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04579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68130" y="3251199"/>
            <a:ext cx="10471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dell'errore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7717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940721" y="325119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9964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63199" y="325119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risorsa,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31255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8000" y="3571239"/>
            <a:ext cx="8766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difficoltà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46504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10055" y="3571239"/>
            <a:ext cx="12830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progressiva.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8000" y="40182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4123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7674" y="40182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Classe: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09827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473377" y="4018279"/>
            <a:ext cx="25664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2°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1919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55470" y="4018279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anno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263876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327427" y="4018279"/>
            <a:ext cx="7115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Istituto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00883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064433" y="4018279"/>
            <a:ext cx="14229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Professionale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49292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12843" y="4018279"/>
            <a:ext cx="11941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(Produzioni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8873" y="4018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2424" y="4018279"/>
            <a:ext cx="13973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Meccaniche).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8000" y="44653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4123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7674" y="4465319"/>
            <a:ext cx="12448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Prerequisiti: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54453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18004" y="446531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Saper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27909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91460" y="446531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55111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518661" y="4465319"/>
            <a:ext cx="7492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229836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93387" y="446531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2x2,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25441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788992" y="4465319"/>
            <a:ext cx="12579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conoscenze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008801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72352" y="446531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base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567957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31508" y="44653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809359" y="4465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872909" y="4465319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algebra.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1: Ingresso e aggancio (0-5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Attivare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178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5336" y="1717039"/>
            <a:ext cx="118727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l'attenzione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50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8059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516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8712" y="1717039"/>
            <a:ext cx="11049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richiamare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558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9139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698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0540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necessità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614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9697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754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1099" y="171703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75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301" y="1717039"/>
            <a:ext cx="9145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problemi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475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8304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80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358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più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531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8861" y="1717039"/>
            <a:ext cx="10165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incognite,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726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0820" y="1717039"/>
            <a:ext cx="13086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collegandosi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4137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" y="20370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101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52" y="2037079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situazioni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51457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15008" y="203707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pratiche.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000" y="2484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12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674" y="248411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701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3703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3865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2206" y="248411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91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42666" y="248411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Proporre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192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5471" y="24841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967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225" y="2484119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problema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6603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9581" y="248411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pratico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15609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79160" y="248411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4766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11214" y="248411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richieda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1154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75094" y="2484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294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16495" y="2484119"/>
            <a:ext cx="16008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determinazione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920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2756" y="2484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2060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84157" y="248411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5093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4484" y="2484119"/>
            <a:ext cx="8514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quantità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2784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1394" y="248411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9172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8000" y="280415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42109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5660" y="280415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75662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39212" y="2804159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8000" y="32511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4123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7674" y="3251199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00479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64030" y="3251199"/>
            <a:ext cx="117447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Un'azienda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0040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63951" y="325119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9556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23107" y="3251199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produrre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86986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50537" y="325119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17313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80864" y="3251199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7301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36566" y="3251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14416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77967" y="3251199"/>
            <a:ext cx="11054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ingranaggi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4530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8851" y="3251199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(A,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01002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64553" y="3251199"/>
            <a:ext cx="2541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8058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44131" y="3251199"/>
            <a:ext cx="27927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8530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48855" y="325119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1735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80909" y="32511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35112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98663" y="3251199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totale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5781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21369" y="3251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9922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62771" y="32511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4407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07626" y="3251199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pezzi.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04729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068280" y="3251199"/>
            <a:ext cx="10672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Sappiamo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9743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160988" y="325119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52949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8000" y="35712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09498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3049" y="357123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numero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4800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11554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89404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752955" y="3571239"/>
            <a:ext cx="11054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ingranaggi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20289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83839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6169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25241" y="35712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93744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557295" y="3571239"/>
            <a:ext cx="1905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0977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773322" y="3571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042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63974" y="35712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6547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29024" y="357123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doppio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81528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78832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56682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120233" y="3571239"/>
            <a:ext cx="2541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A,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33626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399811" y="3571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2691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90463" y="35712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958967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022517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00368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63919" y="357123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somma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01327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076821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25467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318222" y="3571239"/>
            <a:ext cx="1905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70698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534249" y="3571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6135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24902" y="357123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88995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953502" y="3571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08060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44154" y="3571239"/>
            <a:ext cx="4829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120.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58901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52560" y="3571239"/>
            <a:ext cx="7115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326016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89567" y="3571239"/>
            <a:ext cx="11054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ingranaggi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45690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520451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698302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761853" y="357123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ogni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193907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257457" y="35712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tipo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08000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1550" y="3891279"/>
            <a:ext cx="7879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devono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321358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384909" y="389127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essere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070938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134489" y="3891279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prodotti?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08000" y="43383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8412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47674" y="4338319"/>
            <a:ext cx="15500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Partecipazione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15963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223185" y="433831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degli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705989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769539" y="433831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studenti: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63364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697198" y="433831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Risposta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86452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650003" y="4338319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orale.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221732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285282" y="433831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Domande: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339814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403365" y="4338319"/>
            <a:ext cx="83157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'Quante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19683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260386" y="4338319"/>
            <a:ext cx="8514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quantità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07374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137296" y="4338319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874074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37625" y="4338319"/>
            <a:ext cx="10418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dobbiamo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94140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004958" y="4338319"/>
            <a:ext cx="9202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trovare?'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88712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950676" y="43383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1077778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8000" y="4658359"/>
            <a:ext cx="69143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'Come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161338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224889" y="4658359"/>
            <a:ext cx="10670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potremmo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253818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317369" y="4658359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rappresentare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740404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803954" y="465835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490212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553762" y="4658359"/>
            <a:ext cx="12702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informazioni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785916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849467" y="46583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217970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81521" y="465835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764324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827875" y="4658359"/>
            <a:ext cx="118727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equazioni?'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977047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040598" y="46583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Far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383498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447049" y="4658359"/>
            <a:ext cx="10162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emergere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425228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488779" y="46583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857282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920833" y="465835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085882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0149433" y="465835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sono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645038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708589" y="465835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75365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08000" y="497839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incognite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422857" y="4978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486408" y="49783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613509" y="4978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677060" y="497839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quindi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286965" y="4978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350516" y="4978399"/>
            <a:ext cx="8512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servono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163646" y="4978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227197" y="497839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493973" y="4978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557524" y="4978399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equazioni.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08000" y="54254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84123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47674" y="542543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70220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765757" y="542543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Domanda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756738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820289" y="54254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947390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010941" y="542543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bassa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62084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684397" y="5425439"/>
            <a:ext cx="6987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soglia,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345051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408601" y="5425439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evidenziare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577433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640984" y="542543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691733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755284" y="54254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dati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6123787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187338" y="5425439"/>
            <a:ext cx="6987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chiave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847992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911543" y="542543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alla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267244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330795" y="54254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lavagna.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194903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258454" y="5425439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867770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741257" y="5425439"/>
            <a:ext cx="10416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richiedere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744811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808362" y="5425439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produzione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93924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1002797" y="5425439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scritta.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2: Prima microlezione (5-12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Introdurre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81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1363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92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2765" y="1717039"/>
            <a:ext cx="6224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6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0617" y="1717039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generale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010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3651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150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5052" y="17170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925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2806" y="17170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033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3884" y="171703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lineare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991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3463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196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5517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261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6170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02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7571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607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9625" y="1717039"/>
            <a:ext cx="180426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rappresentazione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578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9340" y="1717039"/>
            <a:ext cx="10160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matriciale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729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00841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579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000" y="203707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87906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51457" y="20370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8558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42109" y="20370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7062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10612" y="203707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6412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9963" y="203707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2017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5568" y="203707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89678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53228" y="203707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3230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86781" y="2037079"/>
            <a:ext cx="4445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2-3)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000" y="2484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12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674" y="248411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701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33703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3865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2206" y="248411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91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42666" y="2484119"/>
            <a:ext cx="12960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Spiegazione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06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64203" y="2484119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frontale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2658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90135" y="2484119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breve.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541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8965" y="2484119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07048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0598" y="248411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72097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35648" y="248411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317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6725" y="248411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lineare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7275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36305" y="2484119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generale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5787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89338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1644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79991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0709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70643" y="2484119"/>
            <a:ext cx="8128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variabili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45368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8919" y="248411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(x,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6289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6445" y="2484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0429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67846" y="248411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z).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421821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8000" y="280415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2285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86408" y="28041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54911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18462" y="2804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96312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59863" y="2804159"/>
            <a:ext cx="10165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38271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01822" y="2804159"/>
            <a:ext cx="151211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rappresentano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75835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39386" y="2804159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relazioni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90463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54014" y="280415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2079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84341" y="2804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62192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25743" y="280415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quantità.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02652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66203" y="2804159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Mostrare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6803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31581" y="280415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90508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54059" y="280415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08262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71813" y="28041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5934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22891" y="280415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può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04195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367746" y="280415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essere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053775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8000" y="312419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scritto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767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81227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59077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422628" y="3124199"/>
            <a:ext cx="6224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0693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70481" y="3124199"/>
            <a:ext cx="10796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matriciale,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11982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75533" y="3124199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evidenziando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22444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85995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6384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27397" y="312419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76747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40298" y="312419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945251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08801" y="312419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088708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152259" y="31241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27936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342911" y="312419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44409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507960" y="312419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vettore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0679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70341" y="312419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75294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638844" y="312419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324644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88195" y="312419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820249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883800" y="312419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Anticipare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0015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8000" y="3444239"/>
            <a:ext cx="104736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l'obiettivo: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17269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580819" y="3444239"/>
            <a:ext cx="12574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impareremo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800172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863723" y="34442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17926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181477" y="3444239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metodo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943857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7408" y="3444239"/>
            <a:ext cx="11813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sistematico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50637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214188" y="34442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544515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08066" y="344423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471716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535267" y="344423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questi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145172" y="3444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208723" y="3444239"/>
            <a:ext cx="8128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08000" y="38912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84123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47674" y="3891279"/>
            <a:ext cx="16005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Visualizzazioni: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210155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273706" y="3891279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781884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845435" y="38912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972536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036087" y="389127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(sistema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899738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963289" y="3891279"/>
            <a:ext cx="10672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generale),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992446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055997" y="3891279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64174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627725" y="38912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754827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818378" y="3891279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(passaggio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936460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000011" y="38912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127113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190663" y="3891279"/>
            <a:ext cx="9271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matrice).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08000" y="43383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8412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7674" y="4338319"/>
            <a:ext cx="11054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Feedback: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715008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778558" y="4338319"/>
            <a:ext cx="5645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'Oggi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305024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368575" y="4338319"/>
            <a:ext cx="12574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impareremo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58792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651478" y="43383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778580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842131" y="433831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705781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769332" y="4338319"/>
            <a:ext cx="7492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8050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544058" y="433831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10298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166535" y="433831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85279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916343" y="4338319"/>
            <a:ext cx="7879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usando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666151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729702" y="43383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98390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047456" y="4338319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metodo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80983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873388" y="4338319"/>
            <a:ext cx="78059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rapido.'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08000" y="47853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4123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7674" y="478535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702206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65757" y="4785359"/>
            <a:ext cx="12702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Visualizzare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997911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061462" y="4785359"/>
            <a:ext cx="12958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chiaramente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319219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382770" y="478535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484268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547819" y="47853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335346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398897" y="4785359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generale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288379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351930" y="478535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479032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542582" y="47853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20433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83984" y="47853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sua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152487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216038" y="4785359"/>
            <a:ext cx="11054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traduzione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283371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346922" y="47853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24773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588324" y="478535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337675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401225" y="478535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sulla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871227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934778" y="478535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lavagna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0735335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798886" y="478535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925987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0989538" y="4785359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slide.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1523091" y="4785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08000" y="510539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Usare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17676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81227" y="5105399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colori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727352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790903" y="5105399"/>
            <a:ext cx="6985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diversi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451328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514879" y="510539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845206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908757" y="510539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988663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052214" y="51053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179316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242866" y="510539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928666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992217" y="510539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noti.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424271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487822" y="510539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Concetto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402679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466230" y="510539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chiave: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190435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7253986" y="51053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508189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571740" y="510539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359267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422817" y="51053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549919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613470" y="51053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867673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931224" y="510539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insieme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718751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782302" y="51053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9960152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023703" y="5105399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equazioni,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1065662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1129213" y="51053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1307064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08000" y="542543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257350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320901" y="54254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448003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511554" y="54254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65757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829308" y="5425439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40103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464587" y="5425439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ordinato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290519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354070" y="54254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3684397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747947" y="5425439"/>
            <a:ext cx="9525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scriverlo.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3: Prima attivazione (12-18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10034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Verificare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20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760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361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7161" y="1717039"/>
            <a:ext cx="8894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capacità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846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2019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987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3420" y="1717039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identificare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870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2252" y="171703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215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709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281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6362" y="171703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216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5713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421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7767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486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8419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27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9821" y="1717039"/>
            <a:ext cx="10416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impostare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37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6925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77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327" y="171703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67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1229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461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000" y="2037079"/>
            <a:ext cx="11815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1457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5008" y="203707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9117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12668" y="203707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2670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46220" y="2037079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000" y="2484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12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674" y="248411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01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3703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3865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02206" y="248411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791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42666" y="2484119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60749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24300" y="24841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7850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42054" y="248411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29581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93132" y="248411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specifico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8238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5936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3038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6589" y="248411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chiedere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1327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76821" y="248411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agli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252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6073" y="2484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9663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0181" y="2484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3803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01583" y="2484119"/>
            <a:ext cx="12704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individuarne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3396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97516" y="2484119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gli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261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89667" y="2484119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elementi.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17097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80648" y="2484119"/>
            <a:ext cx="5334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800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1550" y="280415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5754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9304" y="2804159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secondi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7706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40611" y="280415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70938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4489" y="2804159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pensare,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23971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87522" y="2804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92474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56025" y="280415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chiedere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32706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96257" y="280415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23359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86909" y="280415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8746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51017" y="2804159"/>
            <a:ext cx="6985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11443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74994" y="2804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52844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16395" y="2804159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identificare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21676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5227" y="2804159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gli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1382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77378" y="2804159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elementi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4125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04808" y="2804159"/>
            <a:ext cx="4191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85884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249435" y="2804159"/>
            <a:ext cx="72984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'Paolo,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41179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04729" y="2804159"/>
            <a:ext cx="64754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dimmi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1417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77728" y="280415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72847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8000" y="312419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8790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51457" y="312419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3426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97811" y="312419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69311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32862" y="3124199"/>
            <a:ext cx="4191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riga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13938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77489" y="312419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760292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23843" y="3124199"/>
            <a:ext cx="103433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matrice.').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8000" y="35712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412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7674" y="3571239"/>
            <a:ext cx="8638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73377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36928" y="357123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proposto:</a:t>
            </a:r>
          </a:p>
        </p:txBody>
      </p:sp>
      <p:pic>
        <p:nvPicPr>
          <p:cNvPr id="135" name="Picture 134" descr="\begin{cases} 2x + 3y - z = 7 \\ x - y + 2z = 3 \\ 3x + 2y + z = 10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050029"/>
            <a:ext cx="1876425" cy="78105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508000" y="498982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4123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7674" y="498982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638655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02206" y="4989829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guida: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324912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388463" y="498982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'Quali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65678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29229" y="498982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sono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24834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588384" y="498982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39134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02684" y="498982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782591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846142" y="498982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3993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87543" y="498982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201843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265394" y="498982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nella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748197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811748" y="498982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prima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83248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46799" y="4989829"/>
            <a:ext cx="126362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equazione?'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72324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35874" y="4989829"/>
            <a:ext cx="5645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'Qual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62340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25891" y="498982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52993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516543" y="498982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618042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81593" y="498982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443745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7296" y="4989829"/>
            <a:ext cx="4829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noto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952151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015702" y="498982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498505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562056" y="498982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seconda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426164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08000" y="5309869"/>
            <a:ext cx="126362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equazione?'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733524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797075" y="5309869"/>
            <a:ext cx="5645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'Qual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323541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387091" y="530986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514193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577744" y="530986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55595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819145" y="530986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568496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632047" y="530986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36999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000550" y="530986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080457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144008" y="530986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321858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385409" y="530986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071666" y="5309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135217" y="5309869"/>
            <a:ext cx="99639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sistema?'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08000" y="575690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84123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47674" y="575690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702206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765757" y="575690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756738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820289" y="5756909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dirette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455568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519119" y="575690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46220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709771" y="575690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887622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951173" y="5756909"/>
            <a:ext cx="16643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completamento.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577433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40984" y="5756909"/>
            <a:ext cx="3613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'Se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964224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027775" y="575690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142075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205626" y="575690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aumenta,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158659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222210" y="575690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336510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400061" y="5756909"/>
            <a:ext cx="84437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______'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206333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269884" y="5756909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587409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650960" y="5756909"/>
            <a:ext cx="5844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fosse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197314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260865" y="575690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515068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578619" y="575690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contesto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442727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506278" y="5756909"/>
            <a:ext cx="9145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diverso).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1382730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3: Prima attivazione (12-18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72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803" y="1270000"/>
            <a:ext cx="1960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7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2316" y="1270000"/>
            <a:ext cx="11943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57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126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97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3527" y="127000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78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1378" y="127000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418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7732" y="1270000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923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783" y="1270000"/>
            <a:ext cx="10928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754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1094" y="1270000"/>
            <a:ext cx="39951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è...'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4: Costruzione guidata (18-28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500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558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68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5239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234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5892" y="171703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praticare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514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8697" y="17170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19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3746" y="1717039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514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8700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365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7203" y="171703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131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4863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27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265" y="171703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757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1121" y="171703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047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4022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2x2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252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6076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317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6729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523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8783" y="171703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(Regola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911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2662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051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4064" y="1717039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696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000" y="203707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42109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5660" y="203707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5662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39212" y="2037079"/>
            <a:ext cx="4445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5-6)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000" y="2484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12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674" y="248411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01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3703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3865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02206" y="248411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791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42666" y="2484119"/>
            <a:ext cx="8512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Guidare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5797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9347" y="2484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97198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60749" y="2484119"/>
            <a:ext cx="6859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classe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08601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2152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7710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0655" y="2484119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2059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15609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2056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4113" y="2484119"/>
            <a:ext cx="13594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determinanti.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8000" y="3079114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4123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674" y="3079114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8326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1877" y="3079114"/>
            <a:ext cx="10034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Rinfresco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67255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30806" y="3079114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22957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508" y="3079114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20617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84168" y="3079114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2x2: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6222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79773" y="3079114"/>
            <a:ext cx="4829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24628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88179" y="3079114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69484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33035" y="3079114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82386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90" name="Picture 89" descr="A = \begin{pmatrix} a &amp; b \\ c &amp; d \end{pmatrix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936" y="2962909"/>
            <a:ext cx="1285875" cy="55245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257211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20762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84313" y="3079114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5811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49362" y="3079114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17865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81416" y="3079114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15526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79077" y="307911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06178" y="30791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101" name="Picture 100" descr="\det(A) = ad - b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729" y="3124834"/>
            <a:ext cx="1690687" cy="2286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508000" y="367410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4123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7674" y="3674109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Chiedere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75104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38655" y="367410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agli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94357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908" y="367410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858465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22016" y="367410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99866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63417" y="3674109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78046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41597" y="367410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395800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59351" y="367410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93460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57011" y="367410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2x2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25514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89065" y="3674109"/>
            <a:ext cx="10034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semplice.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54443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17994" y="3674109"/>
            <a:ext cx="3613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41234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704785" y="367410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ho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58988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22539" y="367410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03844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67394" y="367410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216745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80296" y="367410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839223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902774" y="367410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(2,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169550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233101" y="367410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1;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423753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487304" y="367410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677956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741507" y="367410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4),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08283" y="36741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8000" y="3994149"/>
            <a:ext cx="7371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07058" y="39941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70609" y="399414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61262" y="39941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24812" y="399414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26311" y="39941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89862" y="3994149"/>
            <a:ext cx="154297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determinante?'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8000" y="444118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4123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7674" y="444118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8326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1877" y="4441189"/>
            <a:ext cx="14101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73935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337485" y="444118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05989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69539" y="444118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138042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201593" y="444118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379444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42995" y="444118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167200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230751" y="444118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408601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472152" y="4441189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Sarrus: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208930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272481" y="4441189"/>
            <a:ext cx="9145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Illustrare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148933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212484" y="444118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13982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77533" y="4441189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metodo,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203465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67016" y="444118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passo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876921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40471" y="4441189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dopo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448878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512429" y="4441189"/>
            <a:ext cx="7115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passo,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185884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249435" y="444118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alla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605137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668687" y="444118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lavagna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469245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32795" y="444118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659897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23448" y="444118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sulla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193449" y="44411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08000" y="4761229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slide.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41552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5103" y="4761229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Disegnare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146833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210384" y="476122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388235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451785" y="476122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201136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264687" y="476122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91788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455339" y="476122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33190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696741" y="476122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497298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560849" y="4761229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aggiuntive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602808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66358" y="476122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996685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060236" y="476122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238087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301638" y="476122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025843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089394" y="476122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267244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330795" y="4761229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067573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131124" y="4761229"/>
            <a:ext cx="9778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Utilizzare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070898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134449" y="4761229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colori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680575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744125" y="4761229"/>
            <a:ext cx="6985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diversi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404551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468102" y="476122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798429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861979" y="476122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912729" y="47612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08000" y="5081269"/>
            <a:ext cx="8004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prodotti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70381" y="50812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333931" y="508126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02435" y="50812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765985" y="5081269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segno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388692" y="50812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452243" y="508126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positivo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227197" y="50812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290747" y="508126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417849" y="50812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481400" y="5081269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negativo.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4: Costruzione guidata (18-28 min)</a:t>
            </a:r>
          </a:p>
        </p:txBody>
      </p:sp>
      <p:pic>
        <p:nvPicPr>
          <p:cNvPr id="3" name="Picture 2" descr="D = \det \begin{pmatrix} a_{11} &amp; a_{12} &amp; a_{13} \\ a_{21} &amp; a_{22} &amp; a_{23} \\ a_{31} &amp; a_{32} &amp; a_{33} \end{pmatrix} = (a_{11}a_{22}a_{33} + a_{12}a_{23}a_{31} + a_{13}a_{21}a_{32}) - (a_{13}a_{22}a_{31} + a_{11}a_{23}a_{32} + a_{12}a_{21}a_{33}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10101262" cy="8715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2332037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123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674" y="2332037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8655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2206" y="2332037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guida: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912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8463" y="2332037"/>
            <a:ext cx="5645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4929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8480" y="233203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5581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9132" y="2332037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0630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4181" y="2332037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681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9232" y="2332037"/>
            <a:ext cx="8768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prodotto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7966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1516" y="233203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5720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9270" y="2332037"/>
            <a:ext cx="11614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sommare?'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2611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6162" y="2332037"/>
            <a:ext cx="23423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300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5851" y="2332037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7350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900" y="2332037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2400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5951" y="2332037"/>
            <a:ext cx="8768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prodotto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4685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8235" y="233203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2439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5989" y="2332037"/>
            <a:ext cx="105994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sottrarre?'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7831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41382" y="2332037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Coinvolgere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60963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24514" y="2332037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53114" y="233203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" y="2652077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8557" y="2652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2108" y="265207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9209" y="2652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2760" y="2652077"/>
            <a:ext cx="5590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turno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83739" y="2652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7290" y="2652077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7617" y="2652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1168" y="2652077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identificare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46449" y="2652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10000" y="2652077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60749" y="2652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24300" y="2652077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8000" y="3099117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123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674" y="3099117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2206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65757" y="3099117"/>
            <a:ext cx="9653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Costruire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2958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56509" y="309911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3611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47162" y="3099117"/>
            <a:ext cx="10924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modificare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01465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5016" y="3099117"/>
            <a:ext cx="18547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progressivamente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81700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5251" y="3099117"/>
            <a:ext cx="15880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grafico/schema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5159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8709" y="3099117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2684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76235" y="3099117"/>
            <a:ext cx="180426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rappresentazione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2398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05949" y="309911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83800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47351" y="3099117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6702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60252" y="3099117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mentre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71656" y="30991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8000" y="3419157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3049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600" y="3419157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interroga.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02206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65757" y="3419157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85009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48560" y="3419157"/>
            <a:ext cx="11308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41268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04819" y="34191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82669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46220" y="3419157"/>
            <a:ext cx="180426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rappresentazione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12384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75935" y="3419157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completa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3365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66916" y="3419157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08317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71868" y="3419157"/>
            <a:ext cx="10217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dall'inizio.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5534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19085" y="3419157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Chiedere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746515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10066" y="34191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7917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1467" y="3419157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individuare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56748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20299" y="341915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74502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38053" y="3419157"/>
            <a:ext cx="4829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dato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82909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46460" y="341915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173561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37112" y="341915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491315" y="34191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8000" y="3739197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singolo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32204" y="37391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95755" y="3739197"/>
            <a:ext cx="11436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passaggio.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5: Seconda microlezione e formalizzazione (28-35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1358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Formalizzare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768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1233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908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634" y="171703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683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0390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824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1792" y="1717039"/>
            <a:ext cx="8000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71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66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759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1144" y="17170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534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8898" y="17170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42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9976" y="171703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203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5581" y="171703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9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241" y="171703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324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6794" y="1717039"/>
            <a:ext cx="4445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7-8)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74" y="216407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01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703" y="21640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386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2206" y="216407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911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42666" y="2164079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074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4300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0215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5701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formule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2785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1405" y="2164079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complete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1883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82386" y="216407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518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28740" y="216407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294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16495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9434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7897" y="2164079"/>
            <a:ext cx="8000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982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3371" y="2164079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dopo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9177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5329" y="2164079"/>
            <a:ext cx="4827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95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3506" y="216407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introdotto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1654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80091" y="216407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8158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45140" y="216407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0924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72799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800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50" y="2484119"/>
            <a:ext cx="14357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8000" y="2931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412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674" y="2931159"/>
            <a:ext cx="5590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Punti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8654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32204" y="293115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chiave: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5640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19960" y="29311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Definire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748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71038" y="293115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7253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36087" y="293115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7019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33747" y="2931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38700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02251" y="29311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9778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53328" y="293115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18378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81928" y="2931159"/>
            <a:ext cx="8635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(matrice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0740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70954" y="2931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590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39457" y="2931159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coefficienti).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59038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22589" y="29311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Definire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1011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73667" y="2931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1656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80117" y="2931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2301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86568" y="293115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6591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29468" y="293115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8839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051946" y="293115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10269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8000" y="3251199"/>
            <a:ext cx="12958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6575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29308" y="3251199"/>
            <a:ext cx="7879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ottenuti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79116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42666" y="3251199"/>
            <a:ext cx="12071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sostituendo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1172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75278" y="3251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5312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16679" y="325119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17236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80787" y="325119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8574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49290" y="325119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03509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098641" y="325119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6714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30695" y="325119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alla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8639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949948" y="325119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5050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14056" y="325119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11900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182559" y="325119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6246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26016" y="3251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50386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567418" y="3251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74526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808819" y="3251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8667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050221" y="325119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16452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8000" y="3685857"/>
            <a:ext cx="16515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rispettivamente.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121458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185009" y="3685857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Presentare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03092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66643" y="36858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544493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08044" y="3685857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formule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70197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433747" y="3685857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finali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03749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967300" y="3685857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297627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361178" y="36858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x,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539028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02579" y="36858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780430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843981" y="36858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21832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160" name="Picture 159" descr="x = \frac{D_x}{D}, \quad y = \frac{D_y}{D}, \quad z = \frac{D_z}{D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382" y="3602989"/>
            <a:ext cx="3100387" cy="485775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9211170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274721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338271" y="3685857"/>
            <a:ext cx="12579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Sottolineare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558081" y="36858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8000" y="4120514"/>
            <a:ext cx="12631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l'importanza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733067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96618" y="4120514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165121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228672" y="4120514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393721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57272" y="4120514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sia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49422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812973" y="4120514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549751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613302" y="4120514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867505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931056" y="4120514"/>
            <a:ext cx="4827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zero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375683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439234" y="4120514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(spiegare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392039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455589" y="4120514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cosa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938393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001943" y="4120514"/>
            <a:ext cx="8894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succede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853250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916801" y="4120514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158202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221753" y="4120514"/>
            <a:ext cx="527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D=0: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710957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774508" y="4120514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562035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625586" y="4120514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impossibile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756013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819563" y="412051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946665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010216" y="4120514"/>
            <a:ext cx="14865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indeterminato,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458625" y="41205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08000" y="4440554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25525" y="444055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89076" y="4440554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19403" y="444055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282954" y="4440554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ora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613281" y="444055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676831" y="4440554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58136" y="444055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121687" y="4440554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approfondire).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08000" y="4887594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84123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47674" y="4887594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Struttura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524355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587906" y="4887594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alla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943608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007158" y="4887594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lavagna: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871266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34817" y="4887594"/>
            <a:ext cx="24388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RAPPRESENTAZIONE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335574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399125" y="4887594"/>
            <a:ext cx="78722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(matrici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148247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211798" y="4887594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D,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40398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503949" y="4887594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846849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910400" y="4887594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253300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316851" y="4887594"/>
            <a:ext cx="39357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Dz)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672324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735874" y="4887594"/>
            <a:ext cx="24772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-&gt;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945501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009051" y="4887594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IDEA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542604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606155" y="4887594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(trovare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393682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457232" y="4887594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9507982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571532" y="4887594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valori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0117658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181209" y="4887594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664012" y="488759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08000" y="5207634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incognite)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498981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562531" y="5207634"/>
            <a:ext cx="24772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-&gt;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772158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835708" y="5207634"/>
            <a:ext cx="2172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REGOLA/FORMULA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969689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033240" y="5207634"/>
            <a:ext cx="93352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(x=Dx/D,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928666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992217" y="5207634"/>
            <a:ext cx="5334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ecc.)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487593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551144" y="5207634"/>
            <a:ext cx="24772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-&gt;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760770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824321" y="5207634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510121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573672" y="5207634"/>
            <a:ext cx="2541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6789699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853250" y="5207634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323251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386802" y="5207634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(sostituendo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631986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695537" y="5207634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746286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809837" y="5207634"/>
            <a:ext cx="12958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067594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131145" y="5207634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calcolati)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1032972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1096523" y="5207634"/>
            <a:ext cx="24772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-&gt;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1306149" y="520763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08000" y="5527674"/>
            <a:ext cx="1486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ATTENZIONE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955952" y="552767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019503" y="5527674"/>
            <a:ext cx="3812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A...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362631" y="552767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426182" y="5527674"/>
            <a:ext cx="27927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(D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667355" y="552767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730906" y="5527674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3112211" y="552767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175762" y="5527674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deve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671366" y="552767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734917" y="5527674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essere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420946" y="552767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484497" y="5527674"/>
            <a:ext cx="6224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zero).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08000" y="5974714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84123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47674" y="5974714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702206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765757" y="5974714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Presentare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883839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2947390" y="5974714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lo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3125241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188792" y="5974714"/>
            <a:ext cx="6987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stesso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849446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912997" y="5974714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concetto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4777105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840655" y="5974714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attraverso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857011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920562" y="5974714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parola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555841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619392" y="5974714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+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752894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816445" y="5974714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simbolo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603972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7667523" y="597471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794625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7858175" y="5974714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formula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8620328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8683879" y="5974714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+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8817381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880932" y="5974714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grafico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9566960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9630511" y="5974714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(le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884486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948037" y="5974714"/>
            <a:ext cx="7110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matrici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0621035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684586" y="5974714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1053089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1116640" y="5974714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1294491" y="59747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5: Seconda microlezione e formalizzazione (28-35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855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2108" y="1270000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sostituita).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8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7389" y="1270000"/>
            <a:ext cx="12067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Focalizzare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599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9543" y="1270000"/>
            <a:ext cx="118727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l'attenzione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871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266" y="1270000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226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5818" y="1270000"/>
            <a:ext cx="12451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282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6377" y="127000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918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2731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683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390" y="1270000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magari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899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2542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104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4596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879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2350" y="1270000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622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9780" y="1270000"/>
            <a:ext cx="673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visivo.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83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1590040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7254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0804" y="1590040"/>
            <a:ext cx="7879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guidato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0612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4163" y="1590040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sulla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4165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7716" y="1590040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7717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1268" y="159004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6: Applicazione guidata (35-45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500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558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Applicare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963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3187" y="1717039"/>
            <a:ext cx="7042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l'intera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932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878" y="171703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708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0634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848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2035" y="1717039"/>
            <a:ext cx="8000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95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7510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61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62" y="17170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236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5916" y="1717039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esercizio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774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1294" y="171703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concreto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797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1526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002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3580" y="17170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507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8629" y="1717039"/>
            <a:ext cx="9275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supporto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811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1663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661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0166" y="171703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8707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000" y="203707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42109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5660" y="203707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5662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39212" y="2037079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9-10)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00" y="2484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12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74" y="248411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01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3703" y="2484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3865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02206" y="248411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791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42666" y="2484119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Lavorare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4472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08273" y="248411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attraverso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24628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8179" y="24841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4238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05933" y="2484119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981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33363" y="248411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completo,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434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87895" y="2484119"/>
            <a:ext cx="9785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guidando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835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91906" y="2484119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gli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050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84057" y="2484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8461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8165" y="2484119"/>
            <a:ext cx="13975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passo-passo.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07649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71200" y="248411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1410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8000" y="2804159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22628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6179" y="280415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51228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14779" y="280415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41881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431" y="280415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736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50287" y="2804159"/>
            <a:ext cx="9785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074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54298" y="280415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Chiedere: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45279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08830" y="2804159"/>
            <a:ext cx="52638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'Ora,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712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60670" y="280415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9099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54548" y="2804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97448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999" y="280415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43802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07353" y="2804159"/>
            <a:ext cx="10418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dobbiamo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1136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74686" y="2804159"/>
            <a:ext cx="112349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sostituire?'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60079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3630" y="2804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66530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30081" y="2804159"/>
            <a:ext cx="10416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impostare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33635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97186" y="280415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76535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40086" y="280415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718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30738" y="2804159"/>
            <a:ext cx="10162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508917" y="2804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8000" y="312419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Stesso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0683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70381" y="312419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00708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64258" y="312419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07158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070709" y="312419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13609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77160" y="3124199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Infine,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9986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163417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41268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04819" y="312419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soluzioni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94073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57624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x,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35474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99025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7687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40427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8000" y="35712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8412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7674" y="3571239"/>
            <a:ext cx="10288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Esercizio: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38427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01977" y="3571239"/>
            <a:ext cx="9906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4554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718104" y="35712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81960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83154" y="35712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7068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734231" y="3571239"/>
            <a:ext cx="7879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usando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84039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47590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72544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88992" y="357123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13197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576747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754598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818149" y="3571239"/>
            <a:ext cx="8635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Cramer:</a:t>
            </a:r>
          </a:p>
        </p:txBody>
      </p:sp>
      <p:pic>
        <p:nvPicPr>
          <p:cNvPr id="147" name="Picture 146" descr="\begin{cases} x - 2y + z = 0 \\ 3x + y - z = 5 \\ x + 3y + 2z = 7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050029"/>
            <a:ext cx="1762125" cy="78105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08000" y="498982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84123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7674" y="4989829"/>
            <a:ext cx="10418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Soluzione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51457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715008" y="498982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attesa: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01265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464816" y="4989829"/>
            <a:ext cx="65440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D=27,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81121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144672" y="4989829"/>
            <a:ext cx="76870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Dx=42,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875278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38828" y="4989829"/>
            <a:ext cx="76870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Dy=54,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69434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32985" y="4989829"/>
            <a:ext cx="76870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Dz=27.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63590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527141" y="4989829"/>
            <a:ext cx="7943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x=14/9,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83350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346901" y="4989829"/>
            <a:ext cx="4765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y=2,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85356" y="4989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48906" y="4989829"/>
            <a:ext cx="4765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z=1.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8000" y="543686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84123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7674" y="543686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702206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765757" y="5436869"/>
            <a:ext cx="11308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Assegnare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858465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922016" y="5436869"/>
            <a:ext cx="7620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compiti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645992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709543" y="543686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molto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268470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332020" y="5436869"/>
            <a:ext cx="11175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circoscritti,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11470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475020" y="543686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ad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729224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792774" y="543686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097727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61278" y="5436869"/>
            <a:ext cx="53919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'Solo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662369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725920" y="543686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827418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90969" y="5436869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calcolo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602372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665923" y="543686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970875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034426" y="543686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primo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05926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69477" y="543686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431629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495180" y="543686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673031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736582" y="5436869"/>
            <a:ext cx="3103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D',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08844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072395" y="543686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199497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263047" y="5436869"/>
            <a:ext cx="6916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'Indica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16615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80166" y="5436869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quale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539321" y="5436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8000" y="575690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308557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372108" y="5756909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sostituire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286736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350287" y="575690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680614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744165" y="5756909"/>
            <a:ext cx="4246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Dx'.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130727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194278" y="5756909"/>
            <a:ext cx="11813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Valorizzare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337507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401058" y="575690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578908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642459" y="575690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risposte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442788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506339" y="5756909"/>
            <a:ext cx="4699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orali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938164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001715" y="575690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128816" y="5756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192367" y="575690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parziali.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7: Consolidamento e errore (45-53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Consolidare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641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9963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78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1365" y="1717039"/>
            <a:ext cx="14737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comprensione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97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524" y="171703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attraverso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687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0430" y="1717039"/>
            <a:ext cx="158092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l'identificazione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325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6802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465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8204" y="1717039"/>
            <a:ext cx="5714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52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5078" y="171703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comuni.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40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8958" y="171703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306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6618" y="171703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662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20171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74" y="216407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01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3703" y="21640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386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2206" y="216407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911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42666" y="2164079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Mostrare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449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8044" y="216407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6224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25798" y="2164079"/>
            <a:ext cx="14229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procedimento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106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74208" y="21640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4271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262" y="216407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6046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4016" y="216407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369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7243" y="2164079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tipico,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9434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7897" y="2164079"/>
            <a:ext cx="10928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chiedendo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26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76208" y="216407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agli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3191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95460" y="216407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9601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59568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3741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0970" y="2164079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individuarlo,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2055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8000" y="248411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4681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48231" y="248411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perché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706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10612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3771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01265" y="248411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sbagliato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612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79673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0677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70325" y="2484119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29252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92803" y="2484119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correggerlo.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8000" y="2931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412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674" y="2931159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0047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64030" y="293115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683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10384" y="2931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8823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51785" y="293115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113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64687" y="2931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6963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33190" y="29311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2071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84268" y="2931159"/>
            <a:ext cx="124533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precedente,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9150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55055" y="293115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0925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72809" y="293115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8248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46036" y="2931159"/>
            <a:ext cx="8512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comune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5916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22717" y="293115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981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13370" y="2931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1832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81873" y="2931159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93276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56827" y="2931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34678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98229" y="2931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54112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4679" y="2931159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8425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47808" y="293115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2911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2664" y="293115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6957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8000" y="3251199"/>
            <a:ext cx="11687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calcolasse:</a:t>
            </a:r>
          </a:p>
        </p:txBody>
      </p:sp>
      <p:pic>
        <p:nvPicPr>
          <p:cNvPr id="119" name="Picture 118" descr="D_x = \det \begin{pmatrix} 1 &amp; 0 &amp; 1 \\ 3 &amp; 5 &amp; -1 \\ 1 &amp; 7 &amp; 2 \end{pmatrix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729989"/>
            <a:ext cx="2343150" cy="871537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508000" y="4760277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4123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7674" y="4760277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Domande: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02206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65757" y="4760277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'Dove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42972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06523" y="4760277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71572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35123" y="4760277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143300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06851" y="4760277"/>
            <a:ext cx="74218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l'errore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910939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974490" y="476027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01591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65142" y="4760277"/>
            <a:ext cx="90769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perché?'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34737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98288" y="4760277"/>
            <a:ext cx="69143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'Come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751626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815177" y="476027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993028" y="47602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56579" y="4760277"/>
            <a:ext cx="147919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correggiamo?'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8000" y="5207317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4123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7674" y="5207317"/>
            <a:ext cx="673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82725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46276" y="520731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00479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64030" y="5207317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individuare: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832862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96412" y="520731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50616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14166" y="5207317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14724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78274" y="5207317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83227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446778" y="5207317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32578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196128" y="5207317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64632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28182" y="520731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755284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818835" y="5207317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stata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14440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377990" y="5207317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messa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051217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114768" y="520731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292619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56170" y="5207317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posto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915325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978876" y="5207317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61679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525230" y="5207317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639530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03081" y="5207317"/>
            <a:ext cx="9783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(seconda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643313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706864" y="5207317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583545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647095" y="5207317"/>
            <a:ext cx="6987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invece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307749" y="520731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08000" y="5527357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6503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40054" y="5527357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22857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86408" y="5527357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600708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664258" y="5527357"/>
            <a:ext cx="6857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(prima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311882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75433" y="5527357"/>
            <a:ext cx="9783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colonna).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15665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379216" y="5527357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Questo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116222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79773" y="5527357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aiuta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675378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38928" y="552735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66030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929581" y="5527357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fissare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602808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666359" y="55273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844209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907760" y="5527357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543040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606590" y="552735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784441" y="552735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847992" y="5527357"/>
            <a:ext cx="13086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sostituzione.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8000" y="5974397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84123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7674" y="5974397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702206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765757" y="5974397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Privilegiare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896184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959735" y="5974397"/>
            <a:ext cx="5714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errori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493058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556609" y="5974397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visuali.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255211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318762" y="5974397"/>
            <a:ext cx="66606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'Trova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946726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010277" y="5974397"/>
            <a:ext cx="7858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l'errore'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758027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821578" y="5974397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riduce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44056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507607" y="5974397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609105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672656" y="5974397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carico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282332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345883" y="5974397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esecutivo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311489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375040" y="597439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502142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565692" y="5974397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coinvolge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531299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594850" y="5974397"/>
            <a:ext cx="15626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maggiormente.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1119383" y="597439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7: Consolidamento e errore (45-53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2323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Evidenziare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22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5757" y="1270000"/>
            <a:ext cx="12448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visivamente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25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6087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39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7488" y="1270000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04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1597" y="1270000"/>
            <a:ext cx="10165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sbagliata.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8: Sintesi finale (53-58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Fissare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618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9733" y="171703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048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4033" y="1717039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178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5339" y="1717039"/>
            <a:ext cx="10416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essenziali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889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2444" y="171703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524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8798" y="1717039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lezione.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655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0105" y="171703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7765" y="171703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776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1317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74" y="216407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01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703" y="21640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386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2206" y="216407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7911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42666" y="2164079"/>
            <a:ext cx="11303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Ricostruire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491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8468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631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9870" y="2164079"/>
            <a:ext cx="5844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pochi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22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9774" y="216407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945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3001" y="2164079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151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78703" y="21640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720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10757" y="216407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636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69913" y="2164079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rimanere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174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90" y="216407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809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1644" y="2164079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lezione,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940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2951" y="2164079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anche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556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19208" y="21640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8771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51262" y="2164079"/>
            <a:ext cx="62811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l'aiuto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127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04829" y="216407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degli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8763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8000" y="248411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studenti.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2108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35658" y="2484119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54911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18462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4556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09114" y="2484119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necessario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439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77946" y="2484119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riassumere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0837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71924" y="2484119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tutto,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80330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3881" y="2484119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6140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24957" y="2484119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focalizzarsi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5538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18935" y="2484119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6033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23887" y="248411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2-4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5421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7765" y="2484119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elementi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8164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45195" y="2484119"/>
            <a:ext cx="11052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essenziali.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8000" y="2931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412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7674" y="2931159"/>
            <a:ext cx="5590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Punti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68654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32204" y="293115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chiave: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5640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19960" y="293115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1061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74163" y="293115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89020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52571" y="2931159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principale: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94301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57852" y="293115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1205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75606" y="2931159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99811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63362" y="2931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4121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04763" y="2931159"/>
            <a:ext cx="8000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6668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30238" y="2931159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permette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32294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95844" y="2931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73695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37246" y="293115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00897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64448" y="2931159"/>
            <a:ext cx="7492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7562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39173" y="293115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lineari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48849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12400" y="29311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80903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44454" y="2931159"/>
            <a:ext cx="7879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usando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9426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57813" y="293115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08562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8000" y="3251199"/>
            <a:ext cx="13594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determinanti.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2930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92858" y="325119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8351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147062" y="3251199"/>
            <a:ext cx="17276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Regola/Formula: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3664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900195" y="3251199"/>
            <a:ext cx="10034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865573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929124" y="3251199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D,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5772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221274" y="325119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6417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27725" y="325119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97062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34176" y="325119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313525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77076" y="32511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04178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567728" y="325119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72681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36232" y="3251199"/>
            <a:ext cx="8574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x=Dx/D,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5553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819085" y="3251199"/>
            <a:ext cx="8574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y=Dy/D,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38387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701938" y="3251199"/>
            <a:ext cx="8574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z=Dz/D.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521240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584791" y="325119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775444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838994" y="3251199"/>
            <a:ext cx="15118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Procedimento: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312779" y="3251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08000" y="357123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Impostare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24355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87906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65757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829308" y="3571239"/>
            <a:ext cx="7110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02306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65857" y="3571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692958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756509" y="3571239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usare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328238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391789" y="3571239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065016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28566" y="35712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45889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22444" y="3571239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43707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500624" y="357123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551373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614924" y="3571239"/>
            <a:ext cx="13594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determinanti.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936232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999782" y="357123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4.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190435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253986" y="3571239"/>
            <a:ext cx="673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889036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952587" y="35712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20679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270341" y="3571239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evitare: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019921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083471" y="3571239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02724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9566275" y="3571239"/>
            <a:ext cx="11817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confondere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709960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773511" y="3571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51362" y="3571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08000" y="389127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308557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372108" y="3891279"/>
            <a:ext cx="8007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quando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134717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198268" y="389127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363317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426868" y="3891279"/>
            <a:ext cx="13212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costruiscono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710000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773551" y="389127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116451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180001" y="389127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522901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586452" y="389127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865801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929352" y="38912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56454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120005" y="3891279"/>
            <a:ext cx="11052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controllare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187109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250660" y="38912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19163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682714" y="389127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847763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911314" y="389127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292619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356170" y="3891279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648321" y="3891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711871" y="3891279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zero.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08000" y="43383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8412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7674" y="4338319"/>
            <a:ext cx="16769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Coinvolgimento: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286508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350058" y="4338319"/>
            <a:ext cx="5645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'Qual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876524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940075" y="43383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06717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130727" y="43383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308578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372129" y="433831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cosa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854932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918483" y="43383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più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22343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286986" y="433831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importante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36689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430443" y="433831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79894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862497" y="433831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abbiamo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39178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802729" y="433831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imparato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69198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755534" y="4338319"/>
            <a:ext cx="64091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oggi?'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358352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421903" y="4338319"/>
            <a:ext cx="4246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'Chi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808466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872016" y="4338319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riesce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481693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545243" y="43383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672345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735896" y="433831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spiegare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612577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0676128" y="43383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853978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917529" y="4338319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poche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1540236" y="4338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08000" y="4658359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parole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143279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206830" y="465835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cosa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689633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753184" y="465835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bisogna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553741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617292" y="4658359"/>
            <a:ext cx="4319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fare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011170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074720" y="465835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405047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468598" y="4658359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332249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95800" y="465835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650003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713554" y="465835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501081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564632" y="46583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933135" y="46583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96686" y="4658359"/>
            <a:ext cx="97078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Cramer?'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08000" y="51053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84123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47674" y="510539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702206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765757" y="51053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019960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083511" y="5105399"/>
            <a:ext cx="6859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sintesi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2731363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794914" y="510539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deve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3290519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3354070" y="510539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includere,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345051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408601" y="5105399"/>
            <a:ext cx="8007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quando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5171211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5234762" y="5105399"/>
            <a:ext cx="11182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pertinente,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314897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378448" y="51053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759752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823303" y="5105399"/>
            <a:ext cx="180426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rappresentazione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8589467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653018" y="5105399"/>
            <a:ext cx="14734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visuale-sintesi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088397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151948" y="510539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520451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584002" y="5105399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permetta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1486057" y="51053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508000" y="54254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685850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749401" y="5425439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recuperare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854682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918233" y="5425439"/>
            <a:ext cx="13086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rapidamente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188792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252343" y="54254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353841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417392" y="5425439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concetto.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345051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408601" y="5425439"/>
            <a:ext cx="9145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Preferire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285054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348605" y="542543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729909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793460" y="5425439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sola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6212713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276263" y="5425439"/>
            <a:ext cx="180426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rappresentazione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042427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8105978" y="542543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chiara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72845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92006" y="5425439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rispetto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541586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9605137" y="54254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9732238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9795789" y="54254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più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0100741" y="54254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164292" y="5425439"/>
            <a:ext cx="10160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immagini.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Fase 9: Verifica formativa finale (58-60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Durata: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80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79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457" y="127000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4" y="171703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Obiettivo: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28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831" y="1717039"/>
            <a:ext cx="8763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Rilevare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510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58" y="1717039"/>
            <a:ext cx="17276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immediatamente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824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1792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964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3193" y="1717039"/>
            <a:ext cx="14737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comprensione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880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352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730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0855" y="17170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concetto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496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8514" y="1717039"/>
            <a:ext cx="148673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fondamentale.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1715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0703" y="171703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(Introduzione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481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8364" y="171703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slide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836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11916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74" y="216407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Azioni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01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703" y="21640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386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2206" y="2164079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docente: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911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42666" y="2164079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Proporre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192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5471" y="216407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677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0327" y="2164079"/>
            <a:ext cx="7620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verifica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30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7854" y="2164079"/>
            <a:ext cx="14990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estremamente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883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2387" y="2164079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breve,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766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1217" y="216407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3252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6073" y="2164079"/>
            <a:ext cx="17786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necessariamente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663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0184" y="2164079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scritta.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674" y="2611119"/>
            <a:ext cx="8638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7337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36928" y="261111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proposto:</a:t>
            </a:r>
          </a:p>
        </p:txBody>
      </p:sp>
      <p:pic>
        <p:nvPicPr>
          <p:cNvPr id="61" name="Picture 60" descr="\begin{cases} x + y + z = 6 \\ 2x - y + z = 3 \\ x + 2y - z = 2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089909"/>
            <a:ext cx="1647825" cy="78105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8000" y="402970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123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674" y="402970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Domanda: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02206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65757" y="4029709"/>
            <a:ext cx="9074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'Scrivete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35123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8673" y="4029709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17926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81477" y="402970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59327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2878" y="402970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72229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35780" y="402970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04283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7834" y="4029709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usereste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44515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08066" y="402970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38393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01943" y="4029709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16572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80123" y="402970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81621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45172" y="402970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79282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42832" y="4029709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D,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71432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34983" y="402970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senza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44888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08439" y="4029709"/>
            <a:ext cx="111069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calcolarlo.'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81030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44581" y="4029709"/>
            <a:ext cx="7497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oppure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56213" y="40297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8000" y="4349749"/>
            <a:ext cx="5645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'Vero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4465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8016" y="434974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25118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8669" y="434974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Falso: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11146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74697" y="434974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88997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52548" y="434974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86657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50208" y="434974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29557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93108" y="434974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58157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21708" y="434974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ottiene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807966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71516" y="4349749"/>
            <a:ext cx="12071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sostituendo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40577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04128" y="434974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81978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45529" y="434974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46086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09637" y="434974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14590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78140" y="434974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63940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27491" y="434974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95994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59545" y="434974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alla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15247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78798" y="434974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seconda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42906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06456" y="434974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07014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970564" y="434974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453368" y="434974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8000" y="466978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57350" y="46697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20901" y="4669789"/>
            <a:ext cx="37391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D?'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56714" y="46697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20265" y="4669789"/>
            <a:ext cx="10670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(Risposta: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9194" y="466978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12745" y="4669789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Falso).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8000" y="511682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84123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7674" y="5116829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Modalità: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75104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38655" y="5116829"/>
            <a:ext cx="11687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Permettere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769311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32862" y="5116829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risposte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33190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96741" y="5116829"/>
            <a:ext cx="4699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orali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128566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92117" y="511682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19219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82770" y="5116829"/>
            <a:ext cx="5334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brevi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878146" y="51168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41697" y="5116829"/>
            <a:ext cx="12707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annotazioni.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8000" y="556386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84123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7674" y="556386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BES/DSA: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02206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65757" y="5563869"/>
            <a:ext cx="4571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Mini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84781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248331" y="5563869"/>
            <a:ext cx="10034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esercizio,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13709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277260" y="5563869"/>
            <a:ext cx="15500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interpretazione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789220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52771" y="5563869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64174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27725" y="5563869"/>
            <a:ext cx="4191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(es.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008801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72352" y="5563869"/>
            <a:ext cx="6916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'Indica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725920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789470" y="556386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67321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030872" y="556386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831429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894980" y="556386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99932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63483" y="556386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949283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012834" y="5563869"/>
            <a:ext cx="5899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noti').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64674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628225" y="5563869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Modalità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492105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555655" y="556386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720705" y="55638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8000" y="5883909"/>
            <a:ext cx="12195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(Vero/falso)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689404" y="5883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52955" y="588390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880057" y="5883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943608" y="588390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108657" y="5883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172208" y="5883909"/>
            <a:ext cx="17276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(Completamento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861790" y="5883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925341" y="5883909"/>
            <a:ext cx="6224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orale)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509643" y="5883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573193" y="588390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sono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068798" y="588390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132349" y="588390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efficaci.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