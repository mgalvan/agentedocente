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Risolvere i problemi con più incognite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Oggi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047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4028" y="1270000"/>
            <a:ext cx="11049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impariamo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090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455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155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5108" y="1270000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875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2309" y="1270000"/>
            <a:ext cx="7492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348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7035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53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9089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619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9741" y="1270000"/>
            <a:ext cx="10165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814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1700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880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2352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4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005" y="1270000"/>
            <a:ext cx="10165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incognite,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141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4963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916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2717" y="1270000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problema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552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9073" y="1270000"/>
            <a:ext cx="8512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220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5754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360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7156" y="1270000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molte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608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9633" y="1270000"/>
            <a:ext cx="12323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applicazioni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7384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000" y="1590040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pratiche,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4681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8231" y="1590040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07158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0709" y="159004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53512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17063" y="1590040"/>
            <a:ext cx="11689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produzione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7947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1498" y="1590040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industriale.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8000" y="203708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123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674" y="2037080"/>
            <a:ext cx="10416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Immagina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51228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14779" y="203708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92630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56181" y="2037080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dover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2790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91460" y="2037080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produrre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5533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8890" y="203708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45992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09542" y="2037080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tipi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01693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5244" y="203708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3095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06646" y="2037080"/>
            <a:ext cx="11054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ingranaggi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397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37530" y="2037080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(A,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29681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93232" y="2037080"/>
            <a:ext cx="2541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0925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72809" y="2037080"/>
            <a:ext cx="27927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13982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77533" y="203708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46036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09587" y="2037080"/>
            <a:ext cx="6731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vincoli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44638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08189" y="2037080"/>
            <a:ext cx="6985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diversi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68614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32165" y="2037080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73567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37117" y="2037080"/>
            <a:ext cx="8514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quantità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50476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14027" y="203708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4112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4679" y="203708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costi.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38232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01783" y="2037080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11459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75010" y="2037080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trovare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586413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8000" y="2357120"/>
            <a:ext cx="12960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esattamente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65985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9536" y="2357120"/>
            <a:ext cx="6608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52243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515793" y="235712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pezzi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49346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12897" y="2357120"/>
            <a:ext cx="4319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06774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70325" y="235712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48176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11727" y="2357120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ogni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43781" y="235712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07332" y="235712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tipo?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8000" y="2804160"/>
            <a:ext cx="10672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[Elemento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37157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00708" y="2804160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2318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86736" y="280416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68041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31592" y="2804160"/>
            <a:ext cx="12830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visualizzato]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76547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40098" y="2804160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19676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83227" y="2804160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image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0570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69255" y="2804160"/>
            <a:ext cx="13086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representing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39814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3365" y="2804160"/>
            <a:ext cx="5590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three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24344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987895" y="2804160"/>
            <a:ext cx="8640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different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13827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77378" y="2804160"/>
            <a:ext cx="5844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types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23732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87283" y="280416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of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7793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741486" y="2804160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gears,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76765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40316" y="280416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labeled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77322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240873" y="2804160"/>
            <a:ext cx="2541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456900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20451" y="2804160"/>
            <a:ext cx="2541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B,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736478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800029" y="2804160"/>
            <a:ext cx="2667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C,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28629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092180" y="280416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587784" y="280416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8000" y="3124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8585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9401" y="3124199"/>
            <a:ext cx="11941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mechanical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905431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68982" y="3124199"/>
            <a:ext cx="11689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production,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09986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163417" y="3124199"/>
            <a:ext cx="7115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hinting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36873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00424" y="312419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091076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54627" y="3124199"/>
            <a:ext cx="10165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quantities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33035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96586" y="3124199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399811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63362" y="3124199"/>
            <a:ext cx="10544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properties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479717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43268" y="312419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that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924573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88124" y="3124199"/>
            <a:ext cx="5465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496530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560081" y="312419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to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750733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14284" y="312419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be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068487" y="3124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32038" y="3124199"/>
            <a:ext cx="12451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Sistemi Lineari con 3 Variabili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82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376" y="12700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90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4454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lineare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48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4033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25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6087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18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6739" y="1270000"/>
            <a:ext cx="8128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variabili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146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5016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211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668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987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3422" y="12700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insieme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094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4500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235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5901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300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6554" y="1270000"/>
            <a:ext cx="10800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equazioni,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851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2063" y="1270000"/>
            <a:ext cx="8007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ognuna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467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8224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7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278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737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0930" y="1270000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incognite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578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9338" y="1270000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331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6864" y="127000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solito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041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3967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181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5368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321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6770" y="1270000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674" y="1717039"/>
            <a:ext cx="6985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0810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50" y="1717039"/>
            <a:ext cx="9911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generale:</a:t>
            </a:r>
          </a:p>
        </p:txBody>
      </p:sp>
      <p:pic>
        <p:nvPicPr>
          <p:cNvPr id="51" name="Picture 50" descr="Forma generale di un sistema lineare 3x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195829"/>
            <a:ext cx="2252662" cy="7810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8000" y="313562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123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674" y="313562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Gli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023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574" y="3135629"/>
            <a:ext cx="3160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'a',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8552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2103" y="3135629"/>
            <a:ext cx="3160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'b',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10080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73631" y="3135629"/>
            <a:ext cx="2397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'c'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75256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38807" y="313562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sono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34412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97963" y="313562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48712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12263" y="313562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92169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55720" y="3135629"/>
            <a:ext cx="9525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(numeri),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70120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33671" y="3135629"/>
            <a:ext cx="25252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'd'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48097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1648" y="313562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07253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70804" y="313562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21553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85104" y="313562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70904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4455" y="313562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2958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6509" y="3135629"/>
            <a:ext cx="9525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(numeri).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Dal Sistema alla Matrice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10416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Possiamo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22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779" y="1270000"/>
            <a:ext cx="14611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rappresentare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781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365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556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9119" y="12700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64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197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870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2251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355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7106" y="1270000"/>
            <a:ext cx="8510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000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3559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486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8414" y="1270000"/>
            <a:ext cx="7115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tabella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187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5421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327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6822" y="1270000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numeri.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897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2525" y="127000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953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3083" y="1270000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13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1683" y="1270000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aiuterà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051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4064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116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4716" y="1270000"/>
            <a:ext cx="9525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6911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2667" y="127000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più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000" y="15900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50" y="1590040"/>
            <a:ext cx="11433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facilmente.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" y="203708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123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674" y="2037080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Esempio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36928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479" y="203708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8330" y="203708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41881" y="2037080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Sistema:</a:t>
            </a:r>
          </a:p>
        </p:txBody>
      </p:sp>
      <p:pic>
        <p:nvPicPr>
          <p:cNvPr id="47" name="Picture 46" descr="\begin{cases} x - 2y + z = 0 \\ 3x + y - z = 5 \\ x + 3y + 2z = 7 \end{cases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515870"/>
            <a:ext cx="1762125" cy="7810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8000" y="345567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123" y="345567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674" y="3455670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97025" y="345567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0576" y="345567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65528" y="345567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9079" y="3455670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8985" y="345567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2536" y="3455670"/>
            <a:ext cx="41894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(D):</a:t>
            </a:r>
          </a:p>
        </p:txBody>
      </p:sp>
      <p:pic>
        <p:nvPicPr>
          <p:cNvPr id="57" name="Picture 56" descr="Matrice dei coefficienti del siste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934460"/>
            <a:ext cx="2052637" cy="871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Identifica gli elementi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37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927" y="127000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2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76" y="1270000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sistema:</a:t>
            </a:r>
          </a:p>
        </p:txBody>
      </p:sp>
      <p:pic>
        <p:nvPicPr>
          <p:cNvPr id="10" name="Picture 9" descr="\begin{cases} 2x + 3y - z = 7 \\ x - y + 2z = 3 \\ 3x + 2y + z = 10 \end{cases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48789"/>
            <a:ext cx="1876425" cy="781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8000" y="268859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123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74" y="268859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0477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4028" y="268859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130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4681" y="268859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6179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9730" y="2688590"/>
            <a:ext cx="11943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5989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9539" y="268859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2343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5893" y="2688590"/>
            <a:ext cx="2397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'y'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7519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1069" y="268859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3873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7423" y="2688590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8923" y="26885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474" y="2688590"/>
            <a:ext cx="121996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000" y="313562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123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74" y="313562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0477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4028" y="313562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1130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4681" y="313562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6179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9730" y="313562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11882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5433" y="3135629"/>
            <a:ext cx="4829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20289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3839" y="313562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66642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30193" y="313562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seconda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4301" y="313562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57852" y="3135629"/>
            <a:ext cx="121996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equazione?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000" y="358266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123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74" y="3582669"/>
            <a:ext cx="6352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4777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8328" y="358266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35430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98981" y="3582669"/>
            <a:ext cx="8382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scrivere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99081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62631" y="358266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0482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04033" y="358266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3384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16934" y="358266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21887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5438" y="3582669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65344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28895" y="358266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93944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57495" y="358266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7822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1373" y="358266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37630" y="358266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1181" y="3582669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Calcolare il Determinante (Matrice 2x2)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7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25" y="1270000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963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3185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28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3838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804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1592" y="1270000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numero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54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0097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860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2151" y="1270000"/>
            <a:ext cx="11177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calcoliamo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182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5379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958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3133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443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989" y="1270000"/>
            <a:ext cx="8510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9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441" y="1270000"/>
            <a:ext cx="2538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24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3790" y="1270000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271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6268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659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0146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99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548" y="1270000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575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9303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71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0705" y="1270000"/>
            <a:ext cx="8635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000" y="1864995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123" y="186499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674" y="1864995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376" y="186499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927" y="1864995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8231" y="186499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1782" y="1864995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1133" y="186499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4684" y="1864995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2x2: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56738" y="186499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48" name="Picture 47" descr="A = \begin{pmatrix} a &amp; b \\ c &amp; d \end{pmatrix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289" y="1748789"/>
            <a:ext cx="1285875" cy="5524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08000" y="245999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123" y="24599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674" y="2459990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974" y="24599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5525" y="2459990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59635" y="24599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23185" y="245999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3838" y="245999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57" name="Picture 56" descr="\det(A) = ad - b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389" y="2505710"/>
            <a:ext cx="1690687" cy="228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08000" y="3054985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123" y="305498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674" y="3054985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Esempio: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0479" y="305498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62" name="Picture 61" descr="\begin{pmatrix} 2 &amp; 1 \\ 3 &amp; 4 \end{pmatrix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030" y="2938779"/>
            <a:ext cx="795337" cy="55245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08000" y="36499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4123" y="36499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674" y="3649979"/>
            <a:ext cx="14101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9731" y="36499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3282" y="3649979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=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16785" y="36499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69" name="Picture 68" descr="(2 \cdot 4) - (1 \cdot 3) = 8 - 3 =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0335" y="3695700"/>
            <a:ext cx="26574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Calcolare il Determinante (Matrice 3x3 - Regola di Sarrus)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37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927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477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8328" y="1270000"/>
            <a:ext cx="7110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3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4877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38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6931" y="1270000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usiamo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370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7260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511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8661" y="1270000"/>
            <a:ext cx="8059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'Regola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652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0080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93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1481" y="1270000"/>
            <a:ext cx="8185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74" y="1717039"/>
            <a:ext cx="10418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Passaggi: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74" y="216407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32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877" y="2164079"/>
            <a:ext cx="5967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057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127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197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5528" y="2164079"/>
            <a:ext cx="8510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74" y="261111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32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877" y="2611119"/>
            <a:ext cx="77442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Riscrivi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819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01749" y="2611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960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3150" y="261111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5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8201" y="261111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950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23057" y="2611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361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7165" y="2611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accanto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72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1273" y="261111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697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70525" y="2611119"/>
            <a:ext cx="8510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8000" y="3058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12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674" y="305815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326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1877" y="3058159"/>
            <a:ext cx="9906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Moltiplica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445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18004" y="3058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95855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59406" y="305815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diagonali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7426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37814" y="3058159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principali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39641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03192" y="305815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(segno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2022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65573" y="3058159"/>
            <a:ext cx="311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+).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8000" y="350519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12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674" y="350519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4.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8326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877" y="3505199"/>
            <a:ext cx="9906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Moltiplica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5445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18004" y="3505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95855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59406" y="350519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diagonali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7426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37814" y="3505199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secondarie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55897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9447" y="350519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(segno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18278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81828" y="3505199"/>
            <a:ext cx="2538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-).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8000" y="39522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4123" y="3952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7674" y="395223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5.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8326" y="3952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1877" y="395223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Somma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89404" y="3952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2955" y="39522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tutti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21458" y="3952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85009" y="395223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35758" y="3952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99309" y="395223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risultati.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8000" y="4399279"/>
            <a:ext cx="10672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[Elemento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37157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00708" y="439927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image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23185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86736" y="439927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68041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31592" y="4399279"/>
            <a:ext cx="12830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visualizzato]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76547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40098" y="4399279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19676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83227" y="4399279"/>
            <a:ext cx="10670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illustration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12155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75706" y="439927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of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6359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29909" y="4399279"/>
            <a:ext cx="75498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Sarrus'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46799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10350" y="4399279"/>
            <a:ext cx="4191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rule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91426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54977" y="4399279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for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1753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85304" y="43992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12405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75956" y="43992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844459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08010" y="4399279"/>
            <a:ext cx="13086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determinant,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78569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242120" y="4399279"/>
            <a:ext cx="8766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showing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80625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44175" y="4399279"/>
            <a:ext cx="3558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the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461929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25480" y="4399279"/>
            <a:ext cx="6603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matrix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47729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211280" y="4399279"/>
            <a:ext cx="4445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with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617731" y="4399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8000" y="4719319"/>
            <a:ext cx="3558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the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5754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89304" y="4719319"/>
            <a:ext cx="4063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first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57579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21130" y="4719319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two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76831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740382" y="4719319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columns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591460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55011" y="4719319"/>
            <a:ext cx="10039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repeated,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20846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684397" y="471931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65701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29252" y="471931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arrows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815052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78603" y="4719319"/>
            <a:ext cx="10037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indicating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44209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907760" y="4719319"/>
            <a:ext cx="3558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the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225514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89065" y="4719319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positive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64019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27570" y="471931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and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508875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72425" y="471931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negative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36533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00084" y="471931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diagonal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364192" y="47193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427743" y="4719319"/>
            <a:ext cx="9783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products.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La Regola di Cramer - Le Formule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87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428" y="1270000"/>
            <a:ext cx="7623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Regola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963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3184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103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4585" y="1270000"/>
            <a:ext cx="8000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Cramer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50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0060" y="1270000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510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660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86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6414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061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4168" y="1270000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589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9447" y="1270000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diretto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47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8278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860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2155" y="1270000"/>
            <a:ext cx="7495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trovare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355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109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96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511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636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9913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74" y="171703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32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877" y="171703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03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27581" y="171703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907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92630" y="1717039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673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0290" y="171703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533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8890" y="1717039"/>
            <a:ext cx="8635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(matrice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436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916" y="171703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286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6419" y="1717039"/>
            <a:ext cx="12576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674" y="216407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32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1877" y="21640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6403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27581" y="216407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693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70481" y="2164079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(sostituendo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566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79216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5706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20617" y="216407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2117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4725" y="216407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8967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53228" y="216407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902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02579" y="21640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7108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4633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248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76035" y="2164079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posto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519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98741" y="216407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8154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45095" y="216407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456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09203" y="2164079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674" y="261111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832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1877" y="261111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6403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27581" y="261111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0693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70481" y="2611119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(sostituendo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15665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79216" y="2611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5706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20617" y="2611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2117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84725" y="2611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8967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53228" y="261111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3902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02579" y="261111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7108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34633" y="2611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1248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6035" y="2611119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posto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3519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98741" y="261111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8154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45095" y="2611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4565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09203" y="2611119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y).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8000" y="3058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412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7674" y="305815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4.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8326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1877" y="305815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6403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727581" y="3058159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0693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070481" y="3058159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(sostituendo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5665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79216" y="3058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57066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20617" y="305815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21174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484725" y="305815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89678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53228" y="305815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539028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02579" y="305815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971082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34633" y="3058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12484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76035" y="3058159"/>
            <a:ext cx="5972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posto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3519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98741" y="305815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della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81544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45095" y="305815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45652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09203" y="3058159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z).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8000" y="350519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412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7674" y="350519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Poi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78001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41552" y="3505199"/>
            <a:ext cx="546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trova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49730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613281" y="3505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791131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54682" y="3505199"/>
            <a:ext cx="9909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soluzioni:</a:t>
            </a:r>
          </a:p>
        </p:txBody>
      </p:sp>
      <p:pic>
        <p:nvPicPr>
          <p:cNvPr id="145" name="Picture 144" descr="Formule della Regola di Cramer per x, y, 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983989"/>
            <a:ext cx="3100387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Come costruire Dx, Dy, Dz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577498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577498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577498"/>
            <a:ext cx="9657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Partendo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5333" y="1577498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8884" y="1577498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687" y="1577498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5238" y="1577498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4589" y="1577498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8139" y="1577498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3092" y="1577498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6642" y="1577498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6549" y="1577498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15" name="Picture 14" descr="D = \begin{pmatrix} a_1 &amp; b_1 &amp; c_1 \\ a_2 &amp; b_2 &amp; c_2 \\ a_3 &amp; b_3 &amp; c_3 \end{pmatrix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100" y="1301750"/>
            <a:ext cx="1971675" cy="8715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8000" y="2639536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123" y="263953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74" y="2639536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776" y="263953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327" y="2639536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25" y="263953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376" y="2639536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vettore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2206" y="263953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5757" y="2639536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0709" y="263953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4260" y="2639536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0060" y="263953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3611" y="2639536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2114" y="263953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30" name="Picture 29" descr="\vec{b} = \begin{pmatrix} d_1 \\ d_2 \\ d_3 \end{pmatrix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665" y="2363787"/>
            <a:ext cx="1023937" cy="8715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8000" y="3394075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123" y="339407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74" y="3394075"/>
            <a:ext cx="12702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Costruiamo:</a:t>
            </a:r>
          </a:p>
        </p:txBody>
      </p:sp>
      <p:pic>
        <p:nvPicPr>
          <p:cNvPr id="34" name="Picture 33" descr="Matrici Dx, Dy, Dz con la colonna dei termini noti sostitui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872865"/>
            <a:ext cx="6710362" cy="871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Esempio Guidato - Passaggio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532255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532255"/>
            <a:ext cx="11557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Risolviamo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5300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50" y="1532255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0349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900" y="1532255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977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11" name="Picture 10" descr="\begin{cases} x - 2y + z = 0 \\ 3x + y - z = 5 \\ x + 3y + 2z = 7 \end{cases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528" y="1301750"/>
            <a:ext cx="1762125" cy="781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000" y="224155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123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74" y="224155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326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877" y="2241550"/>
            <a:ext cx="10414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Scriviamo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203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8754" y="224155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6604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0155" y="2241550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9506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3057" y="224155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009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1560" y="2241550"/>
            <a:ext cx="11180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66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017" y="2241550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66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617" y="224155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0719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4270" y="2241550"/>
            <a:ext cx="11177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calcoliamo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3947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7498" y="224155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8997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2547" y="224155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1051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4601" y="2241550"/>
            <a:ext cx="143576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determinante.</a:t>
            </a:r>
          </a:p>
        </p:txBody>
      </p:sp>
      <p:pic>
        <p:nvPicPr>
          <p:cNvPr id="37" name="Picture 36" descr="Calcolo del determinante D per il siste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720340"/>
            <a:ext cx="11176000" cy="6618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Esempio Guidato - Passaggi 2 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32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877" y="1270000"/>
            <a:ext cx="11685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30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855" y="1270000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75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2306" y="1270000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52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8757" y="1270000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165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5207" y="1270000"/>
            <a:ext cx="9653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(Ricorda: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40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5960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81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7362" y="1270000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791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1470" y="127000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642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973" y="1270000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577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9324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78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1378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847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2030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[0,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23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9784" y="1270000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5,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04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3987" y="1270000"/>
            <a:ext cx="3048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7])</a:t>
            </a:r>
          </a:p>
        </p:txBody>
      </p:sp>
      <p:pic>
        <p:nvPicPr>
          <p:cNvPr id="34" name="Picture 33" descr="Calcolo del determinante D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48789"/>
            <a:ext cx="11175999" cy="6470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8000" y="255455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123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74" y="2554552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326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877" y="2554552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3606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7157" y="2554552"/>
            <a:ext cx="6857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simile,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84781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8331" y="2554552"/>
            <a:ext cx="1460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calcoleremmo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70909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4460" y="2554552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3809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77360" y="2554552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4462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8012" y="2554552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47362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0912" y="2554552"/>
            <a:ext cx="16497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7785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1336" y="2554552"/>
            <a:ext cx="7620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risultati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25312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88863" y="2554552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sono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4468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8019" y="2554552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7368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0919" y="2554552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=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4421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87972" y="2554552"/>
            <a:ext cx="3558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54,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05726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69277" y="2554552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48626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12177" y="2554552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=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45679" y="25545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09230" y="2554552"/>
            <a:ext cx="4319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27).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8000" y="300159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123" y="30015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674" y="3001592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8326" y="30015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1877" y="3001592"/>
            <a:ext cx="9906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Troviamo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54453" y="30015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18004" y="3001592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95855" y="30015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59406" y="3001592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soluzioni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48660" y="30015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12211" y="3001592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x,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0062" y="30015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53612" y="3001592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31463" y="30015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95014" y="3001592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z:</a:t>
            </a:r>
          </a:p>
        </p:txBody>
      </p:sp>
      <p:pic>
        <p:nvPicPr>
          <p:cNvPr id="83" name="Picture 82" descr="Soluzioni x, y, 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480382"/>
            <a:ext cx="6272212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Trova l'Errore!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37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927" y="1270000"/>
            <a:ext cx="9527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55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5106" y="1270000"/>
            <a:ext cx="3174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445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8006" y="127000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295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509" y="12700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40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587" y="1270000"/>
            <a:ext cx="124533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precedente,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482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8374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967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3230" y="1270000"/>
            <a:ext cx="9150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studente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14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90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789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444" y="1270000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scritto:</a:t>
            </a:r>
          </a:p>
        </p:txBody>
      </p:sp>
      <p:pic>
        <p:nvPicPr>
          <p:cNvPr id="24" name="Picture 23" descr="Matrice Dx con errore, la colonna dei termini noti è nella posizione sbagli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48789"/>
            <a:ext cx="2343150" cy="8715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8000" y="2779077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123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74" y="2779077"/>
            <a:ext cx="37391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C'è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488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038" y="2779077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1242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4792" y="2779077"/>
            <a:ext cx="6477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errore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4469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8019" y="2779077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5870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9421" y="2779077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questa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65678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29229" y="2779077"/>
            <a:ext cx="8510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2130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5681" y="2779077"/>
            <a:ext cx="6603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Riesci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7931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1481" y="277907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8583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134" y="2779077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trovarlo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4286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7837" y="277907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34939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98489" y="277907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25591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142" y="2779077"/>
            <a:ext cx="9147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spiegare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65823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29374" y="2779077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perché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8204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1755" y="2779077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856" y="2779077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407" y="2779077"/>
            <a:ext cx="10800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sbagliato?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Ricapitoliamo! Cosa abbiamo imparato?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9778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**Cramer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744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1000" y="1270000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604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9600" y="127000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aiuta:**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66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0157" y="1270000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5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409" y="1270000"/>
            <a:ext cx="9017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risolvere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306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6611" y="1270000"/>
            <a:ext cx="7492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778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1336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3x3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983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3390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124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4792" y="1270000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652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0071" y="1270000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organizzato.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74" y="1717039"/>
            <a:ext cx="15880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**Determinante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758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1133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823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1785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963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3187" y="1717039"/>
            <a:ext cx="9401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chiave:**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524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8793" y="1717039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094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14495" y="1717039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numero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944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3000" y="1717039"/>
            <a:ext cx="9401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505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8606" y="171703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dalla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140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960" y="1717039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31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7862" y="1717039"/>
            <a:ext cx="4827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(con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248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6040" y="1717039"/>
            <a:ext cx="8510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Sarrus).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74" y="2164079"/>
            <a:ext cx="5588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**Dx,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842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1976" y="216407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7487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38427" y="2164079"/>
            <a:ext cx="5588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Dz:**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5917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22728" y="2164079"/>
            <a:ext cx="7110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9572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59277" y="21640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speciali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143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4980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62831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6382" y="2164079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cui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853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2084" y="216407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713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0684" y="2164079"/>
            <a:ext cx="11052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sostituisce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7778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41339" y="216407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264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86195" y="216407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675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50303" y="21640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1880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82357" y="216407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310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96657" y="2164079"/>
            <a:ext cx="7239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termini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8245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46008" y="216407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noti.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674" y="2611119"/>
            <a:ext cx="13847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**Soluzioni:**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9435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908" y="261111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7220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35758" y="2611119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=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6926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32812" y="261111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Dx/D,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0431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67862" y="261111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8216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45713" y="2611119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=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7921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42766" y="261111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Dy/D,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1426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77817" y="261111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9211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55668" y="2611119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=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7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52721" y="2611119"/>
            <a:ext cx="5460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Dz/D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6067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4221" y="2611119"/>
            <a:ext cx="3556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(se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4174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05297" y="261111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7034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33897" y="261111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1520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78753" y="2611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è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05855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9405" y="2611119"/>
            <a:ext cx="6859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zero!).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8000" y="3058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412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7674" y="3058159"/>
            <a:ext cx="153748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**Attenzione:**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47062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210612" y="3058159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29865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93416" y="3058159"/>
            <a:ext cx="10924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scambiare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4771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11270" y="3058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98912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52671" y="305815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colonne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53228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916779" y="305815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nella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399582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63133" y="3058159"/>
            <a:ext cx="12069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costruzione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31965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95516" y="305815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73367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36917" y="3058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Dx,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79817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43368" y="3058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Dy,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86268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49819" y="305815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/>
            </a:pPr>
            <a:r>
              <a:t>Verifica Rapida!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532255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532255"/>
            <a:ext cx="3938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376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927" y="1532255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25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76" y="1532255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sistema: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3053" y="1532255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pic>
        <p:nvPicPr>
          <p:cNvPr id="11" name="Picture 10" descr="\begin{cases} x + y + z = 6 \\ 2x - y + z = 3 \\ x + 2y - z = 2 \end{cases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604" y="1301750"/>
            <a:ext cx="1647825" cy="781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000" y="224155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123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74" y="2241550"/>
            <a:ext cx="5967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Scrivi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6373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9923" y="2241550"/>
            <a:ext cx="3302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074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5625" y="2241550"/>
            <a:ext cx="10039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quaderno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60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5011" y="2241550"/>
            <a:ext cx="4573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solo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4263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7814" y="224155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5665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9215" y="2241550"/>
            <a:ext cx="7874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matrice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8566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2117" y="224155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0620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4171" y="2241550"/>
            <a:ext cx="8384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useresti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4500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8051" y="224155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8378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1928" y="2241550"/>
            <a:ext cx="9527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calcolare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6557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0108" y="224155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1606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5157" y="2241550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determinante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9267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2817" y="2241550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7867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1417" y="2241550"/>
            <a:ext cx="4191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(dei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2494" y="224155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6044" y="2241550"/>
            <a:ext cx="12576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/>
            </a:pPr>
            <a:r>
              <a:t>coefficienti).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